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aca77ab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aca77a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aca77ab8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aca77ab8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aca77ab8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aca77ab8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aca77ab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aca77ab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aca77ab8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aca77ab8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aca77ab8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aca77ab8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PANCE 2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Controls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7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Initial phage titer seems to be very low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924" y="568350"/>
            <a:ext cx="3811376" cy="22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886" y="3005050"/>
            <a:ext cx="3661450" cy="21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Day1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20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1084-69 looks dead already on day1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1117-44, 1120-44, 1124-44 got killed by adding 10um van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Other-wise no diff between siah and tada</a:t>
            </a:r>
            <a:endParaRPr sz="14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900" y="188010"/>
            <a:ext cx="3550024" cy="232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900" y="2640501"/>
            <a:ext cx="3550034" cy="232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025" y="2640500"/>
            <a:ext cx="3643048" cy="23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TadA propagation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29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TadA propagates on p70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TadA washes out on pVan+pVan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10ul activates propagation on psp+pVan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Day 4 looks weird</a:t>
            </a:r>
            <a:endParaRPr sz="14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350" y="187975"/>
            <a:ext cx="3401199" cy="242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250" y="2677528"/>
            <a:ext cx="3507951" cy="2515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4350" y="2616375"/>
            <a:ext cx="3507949" cy="250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SIAH1 Propagation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17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SIAH1 propagates on p70 (ignore day4)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25" y="2571750"/>
            <a:ext cx="358578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925" y="92525"/>
            <a:ext cx="3472367" cy="247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6425" y="2724150"/>
            <a:ext cx="338852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SIAH vs TadA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3971400" cy="22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Number &gt; 0 means that SIAH 1 is better than TadA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TadA seems better on p70 (let’s assume logic independent, due to faster phage?)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Diff is smaller on pVan -&gt; is it because logic matters more or because nothing propagates there? </a:t>
            </a:r>
            <a:endParaRPr sz="14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750" y="2911125"/>
            <a:ext cx="3189175" cy="22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100" y="306900"/>
            <a:ext cx="2872149" cy="24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650" y="2658900"/>
            <a:ext cx="2701058" cy="22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SIAH vs TadA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34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Phage conc. norm. to day1 (green == phage titer increased)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ct&gt;32 is </a:t>
            </a:r>
            <a:r>
              <a:rPr lang="en-GB"/>
              <a:t>considered</a:t>
            </a:r>
            <a:r>
              <a:rPr lang="en-GB"/>
              <a:t> a washout (red)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900" y="43975"/>
            <a:ext cx="4005125" cy="26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900" y="2692725"/>
            <a:ext cx="4005125" cy="264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